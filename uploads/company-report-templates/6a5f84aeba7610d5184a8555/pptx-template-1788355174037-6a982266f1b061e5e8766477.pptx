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59" r:id="rId6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82C0A2A9-3990-4BDE-8CF5-A997E3BA8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B00F256D-51C3-4F20-8C93-91AF1A0A0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EF52FDA-3655-4316-A83F-3D19524F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C8B25FE-A025-4A3B-9085-FDB52D489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3235365-C0C6-40EE-B3AA-8E0944847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2026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A0BF99B3-B3E6-4801-AF85-3167EF6F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7D894DD7-436C-4F53-A74D-4EC766611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01B6FB60-BE41-44D8-B549-E19A16E0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5D35F90D-518F-42E0-B939-F26BA8406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575AB96-C5D7-412D-9AFA-FB521CDC1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6595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A6B23A-6C96-4016-A4B8-174F3ECD5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69A6D18-718E-4913-AFA2-EA5E500AC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71F96E18-8991-46C6-9254-F8D6A2A2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8771D427-CFEE-407D-A520-70C0402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84D47AA-8F98-4082-87E1-7AF4C17A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56294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BDC4C43-B97A-4886-9CAC-C222176B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566A2D30-9AD9-486D-B2A9-A91F3919B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5F58824-B883-419B-9F0E-D19650089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1EA92FE-29E6-4F24-9034-C4EFE9D6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06A8DF7-E5AC-436F-B6E0-E01E26B1E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F76459C-8096-436D-B6D3-7AF23AE9D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15476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68BD209-15C8-449F-9534-F51AF543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F147B9AE-13F9-4A82-83F0-7D93E4316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B28A4C8-5844-444C-92EF-853613818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9FF02D85-1630-43E6-804F-790F779142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492F1AE4-4B96-47D4-AB6B-53279FC9F6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0F5B8274-6557-4B00-9F0E-50F0B35D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12F67091-707F-41F1-A8B4-851341CA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445619F9-F390-42A3-8A35-CAB14BE83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733022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C0AFE07D-9E35-4A06-A384-5A5C5A45F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123CE275-07C6-4D48-8DD0-53EEF5F2F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A694296A-A3E2-4A2D-B724-ACE26016D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E0E5361E-BC1C-479A-BC9A-FE87E1218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1141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BAA91D2E-F0A4-4673-8C89-132F8368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66A84620-9267-44AB-BB7E-0403E7A99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67365BE-34AE-4A68-82A4-C292B504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536025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4BB492F-BB91-4EF9-906E-5D1EB84E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5C400-B8DD-4066-B40A-ABCDBA38B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2434982-5B62-4028-AE06-CE4055DF6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CCAEABF6-2365-4D04-9012-B5E5165E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04A1B8D5-CAFD-4D18-A011-29B170E7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0A63BAC-DCB0-4258-B91D-D67D4C66D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348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AD0ED9C-4289-4388-B48E-48FAA2EF6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66E954DE-EF47-42F9-AC92-7C5CCFA927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4BBDCDFA-2CBC-43C9-93B9-ED5294B9D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B048ADFC-5C8A-4A96-93ED-984FC8E4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6294CBBF-B1A7-4C02-BEC8-62AD30785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E15B3EC-5AA3-48C6-BD0D-B18C66C0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108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D53FBF7-7FE3-4927-B44B-3A94245EC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C7807B8-00A2-4C48-9ED5-F92746588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543904A-D6EE-4D18-9371-26FEC459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15E8F0E-48EB-4444-984C-62166592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31638F-B9DB-4F70-94E0-48CA9907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750984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AE364DD8-1A4E-4AAB-91CF-7FC742C350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6E000E7-5BDB-4677-8826-33DBFA0BDF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DDB12D66-067C-492F-B908-26E05163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13E24C9C-9561-45CE-859A-A0CF47F9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19D57B16-3370-40B7-9735-20040D865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4974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70755EC4-D58C-4B25-8D17-B6BB23C18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E6C8819-BE2B-4396-B92E-6B34339C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2DC39F10-42DE-4DD9-AAF0-D47F30466B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42DCF-9E14-4BCC-AA4C-0CBA512D7E3B}" type="datetimeFigureOut">
              <a:rPr lang="ar-SA" smtClean="0"/>
              <a:t>20/03/1448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D0E0D527-29A2-4CB5-BB38-E4F58B671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13F6B7E-F4F8-44CC-AB50-A19E17564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B8FD7-C70E-43F2-B345-02DA352EBC8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4342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 err="1"/>
              <a:t>عنوان_التقرير</a:t>
            </a:r>
            <a:r>
              <a:rPr lang="en-US" dirty="0"/>
              <a:t>&lt;&lt;</a:t>
            </a:r>
            <a:endParaRPr lang="ar-SA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A0BECD09-46D2-457D-A1B9-5782672ED2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&gt;&gt;</a:t>
            </a:r>
            <a:r>
              <a:rPr lang="ar-SA" dirty="0"/>
              <a:t>العميل</a:t>
            </a:r>
            <a:r>
              <a:rPr lang="en-US" dirty="0"/>
              <a:t>&lt;&lt;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961555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9CBC3CF-2F4A-492E-9828-C7305C9AD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dirty="0"/>
              <a:t>معلومات عن التقرير</a:t>
            </a:r>
          </a:p>
        </p:txBody>
      </p:sp>
      <p:graphicFrame>
        <p:nvGraphicFramePr>
          <p:cNvPr id="4" name="جدول 4">
            <a:extLst>
              <a:ext uri="{FF2B5EF4-FFF2-40B4-BE49-F238E27FC236}">
                <a16:creationId xmlns:a16="http://schemas.microsoft.com/office/drawing/2014/main" id="{9BF6C499-7476-48A5-B66F-9844129B53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5325204"/>
              </p:ext>
            </p:extLst>
          </p:nvPr>
        </p:nvGraphicFramePr>
        <p:xfrm>
          <a:off x="838199" y="1825624"/>
          <a:ext cx="10515600" cy="19883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08168856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03444838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تاريخ المعاينة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&lt;&lt;تاريخ _المعاينة&gt;&gt;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6543363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الغرض من التقييم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ar-S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غرض_التقييم</a:t>
                      </a: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85757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rtl="1"/>
                      <a:r>
                        <a:rPr lang="ar-SA" dirty="0"/>
                        <a:t>القيمة </a:t>
                      </a:r>
                      <a:r>
                        <a:rPr lang="ar-SA" dirty="0" err="1"/>
                        <a:t>النهائيه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&lt;&lt;</a:t>
                      </a:r>
                      <a:r>
                        <a:rPr lang="ar-SA" sz="18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القيمة_النهائية</a:t>
                      </a:r>
                      <a:r>
                        <a:rPr lang="ar-SA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81566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1441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ADB99BB-AC4B-4B2C-93C9-7B40C0CCE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38261" y="118511"/>
            <a:ext cx="3673009" cy="524220"/>
          </a:xfrm>
        </p:spPr>
        <p:txBody>
          <a:bodyPr>
            <a:noAutofit/>
          </a:bodyPr>
          <a:lstStyle/>
          <a:p>
            <a:r>
              <a:rPr lang="ar-SA" sz="2000" dirty="0"/>
              <a:t>مرفق :2 الصور الفوتوغرافية</a:t>
            </a:r>
          </a:p>
        </p:txBody>
      </p:sp>
      <p:sp>
        <p:nvSpPr>
          <p:cNvPr id="3" name="عنوان 1">
            <a:extLst>
              <a:ext uri="{FF2B5EF4-FFF2-40B4-BE49-F238E27FC236}">
                <a16:creationId xmlns:a16="http://schemas.microsoft.com/office/drawing/2014/main" id="{7A3C2C5A-A0B5-4D6C-84B3-7597B1F7E26D}"/>
              </a:ext>
            </a:extLst>
          </p:cNvPr>
          <p:cNvSpPr txBox="1">
            <a:spLocks/>
          </p:cNvSpPr>
          <p:nvPr/>
        </p:nvSpPr>
        <p:spPr>
          <a:xfrm>
            <a:off x="9223513" y="642731"/>
            <a:ext cx="2491409" cy="524220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1800" dirty="0"/>
              <a:t>&lt;&lt;</a:t>
            </a:r>
            <a:r>
              <a:rPr lang="ar-SA" sz="1800" dirty="0" err="1"/>
              <a:t>صور_الاصول</a:t>
            </a:r>
            <a:r>
              <a:rPr lang="ar-SA" sz="1800" dirty="0"/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351514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F266DD3F-37EB-49B9-A3AF-12845E1A0A40}"/>
              </a:ext>
            </a:extLst>
          </p:cNvPr>
          <p:cNvSpPr txBox="1"/>
          <p:nvPr/>
        </p:nvSpPr>
        <p:spPr>
          <a:xfrm>
            <a:off x="9780103" y="212899"/>
            <a:ext cx="2186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800" b="1" dirty="0"/>
              <a:t>صور حسابات القيمة :</a:t>
            </a:r>
            <a:endParaRPr lang="ar-SA" dirty="0"/>
          </a:p>
        </p:txBody>
      </p:sp>
      <p:sp>
        <p:nvSpPr>
          <p:cNvPr id="4" name="عنوان 1">
            <a:extLst>
              <a:ext uri="{FF2B5EF4-FFF2-40B4-BE49-F238E27FC236}">
                <a16:creationId xmlns:a16="http://schemas.microsoft.com/office/drawing/2014/main" id="{E607AF37-9E72-45F7-82EC-098EBD60A843}"/>
              </a:ext>
            </a:extLst>
          </p:cNvPr>
          <p:cNvSpPr txBox="1">
            <a:spLocks/>
          </p:cNvSpPr>
          <p:nvPr/>
        </p:nvSpPr>
        <p:spPr>
          <a:xfrm>
            <a:off x="9223513" y="642731"/>
            <a:ext cx="2491409" cy="524220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1800" dirty="0"/>
              <a:t>&lt;&lt;</a:t>
            </a:r>
            <a:r>
              <a:rPr lang="ar-SA" sz="1800" dirty="0" err="1"/>
              <a:t>صور_حسابات_القيمة</a:t>
            </a:r>
            <a:r>
              <a:rPr lang="ar-SA" sz="1800" dirty="0"/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61807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137CE7F5-F673-4A95-884B-51C2B8B7D69B}"/>
              </a:ext>
            </a:extLst>
          </p:cNvPr>
          <p:cNvSpPr txBox="1"/>
          <p:nvPr/>
        </p:nvSpPr>
        <p:spPr>
          <a:xfrm>
            <a:off x="5685183" y="23940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800" b="1" dirty="0"/>
              <a:t>ملفات العميل :</a:t>
            </a:r>
            <a:endParaRPr lang="ar-SA" dirty="0"/>
          </a:p>
        </p:txBody>
      </p:sp>
      <p:sp>
        <p:nvSpPr>
          <p:cNvPr id="4" name="عنوان 1">
            <a:extLst>
              <a:ext uri="{FF2B5EF4-FFF2-40B4-BE49-F238E27FC236}">
                <a16:creationId xmlns:a16="http://schemas.microsoft.com/office/drawing/2014/main" id="{3F6BE02F-031D-417A-8B99-2DBBB8EAC07A}"/>
              </a:ext>
            </a:extLst>
          </p:cNvPr>
          <p:cNvSpPr txBox="1">
            <a:spLocks/>
          </p:cNvSpPr>
          <p:nvPr/>
        </p:nvSpPr>
        <p:spPr>
          <a:xfrm>
            <a:off x="9223513" y="642731"/>
            <a:ext cx="2491409" cy="524220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SA" sz="1800" dirty="0"/>
              <a:t>&lt;&lt;</a:t>
            </a:r>
            <a:r>
              <a:rPr lang="ar-SA" sz="1800" dirty="0" err="1"/>
              <a:t>صور_ملفات_العميل</a:t>
            </a:r>
            <a:r>
              <a:rPr lang="ar-SA" sz="1800" dirty="0"/>
              <a:t>&gt;&gt;</a:t>
            </a:r>
          </a:p>
        </p:txBody>
      </p:sp>
    </p:spTree>
    <p:extLst>
      <p:ext uri="{BB962C8B-B14F-4D97-AF65-F5344CB8AC3E}">
        <p14:creationId xmlns:p14="http://schemas.microsoft.com/office/powerpoint/2010/main" val="4145982130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64</Words>
  <Application>Microsoft Office PowerPoint</Application>
  <PresentationFormat>شاشة عريضة</PresentationFormat>
  <Paragraphs>15</Paragraphs>
  <Slides>5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نسق Office</vt:lpstr>
      <vt:lpstr>&gt;&gt;عنوان_التقرير&lt;&lt;</vt:lpstr>
      <vt:lpstr>معلومات عن التقرير</vt:lpstr>
      <vt:lpstr>مرفق :2 الصور الفوتوغرافية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}}عنوان_التقرير{{</dc:title>
  <dc:creator>TOSHIBA</dc:creator>
  <cp:lastModifiedBy>TOSHIBA</cp:lastModifiedBy>
  <cp:revision>19</cp:revision>
  <dcterms:created xsi:type="dcterms:W3CDTF">2026-08-08T14:07:41Z</dcterms:created>
  <dcterms:modified xsi:type="dcterms:W3CDTF">2026-09-02T13:06:03Z</dcterms:modified>
</cp:coreProperties>
</file>